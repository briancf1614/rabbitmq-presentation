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014"/>
    <a:srgbClr val="676B6F"/>
    <a:srgbClr val="E1F4FB"/>
    <a:srgbClr val="496D8B"/>
    <a:srgbClr val="D8EBFA"/>
    <a:srgbClr val="995250"/>
    <a:srgbClr val="97514F"/>
    <a:srgbClr val="FBD5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474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64837-3B25-4122-96BF-2528DA76082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1A462-B6C2-45C2-9CCC-8B6887E05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97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E41E5-616A-D94E-14F8-D0B442AF8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1A9A4-592B-A240-BC97-262C2160D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509D4-B425-1290-A35C-7F7C8CAB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A173-121E-7659-0816-AA67E5AE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D194A-F256-9BCC-9D79-F032FDC8D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2829-F6C4-8A1F-9941-10E423D8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0593D-F08D-97FE-B37F-F6EA7F16E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7BFD1-2CF7-B1C9-659C-3806EAC8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138E2-E6DE-4E81-F4C9-658F36E2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E931C-D191-206E-4EEB-0B9C514E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2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084F-E783-5787-34CE-372EDC6E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40182-683B-67E6-6691-C94BE8E84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F66B2-3ACB-A815-2472-CFF10AF1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435DC-C991-AD6C-6C43-3B6F1DA3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BCDE-710C-DA2E-4858-6C3074D0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25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7B8B-C5AF-DB80-5A77-FD9ED05C1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4FED1-FD8D-DA2C-4A11-5A0DBB596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F7586-825B-906A-D81B-1F03F36A4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B7022-94E2-96E2-017E-136DC44B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092C9-3096-A5E6-487E-BE9DF8D7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5E46F-3BA8-7D2B-1933-D41D5657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1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F729-99AD-1348-BC4A-8E40C647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947EF-DCD2-6A48-FF3F-1F5E5C03C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0A07B-40E7-99F9-0104-0FC8F7382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96244D-5C4E-F6B9-6946-77A53DB36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1419AB-39F2-D17F-F944-AFA61A65D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EDCFB-B5B0-13A9-D357-1C583A9A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C3FEE-2E81-5CFC-1964-7AFB83DE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2F671-DE5F-84DB-B4D7-2947C315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2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B4BB-B25F-E040-7461-BFD7D2B2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F05441-2E16-0AC1-96BE-86FAE130D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BF781-17AB-21FD-3C78-F0E80DE2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9D59C-D537-6429-D35B-00983B0C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82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FB25B-CEF0-9027-93BC-82EC5124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6C531-3F92-5217-7965-102C90C94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FAE45-02F7-DA77-93BF-FDFA02D7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8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2291-C1FB-5BA6-F62F-8B90150B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3E44A-7050-322C-5B95-1AC28BE0A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E2741-9838-8AA0-5AB2-AD40D061F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58136-9C37-1FE5-D7B4-F3B22BCF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C6FA6-B3E0-C051-0EEE-980B7AEB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F8E10-F501-66A3-BEE5-563484E3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10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3D620-143F-26BC-ADAE-23517F4A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1ECFA2-78B1-96CB-AAAE-821C0C434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E5F45-022C-7285-684E-228108583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1736D-7EFA-5F34-3817-0280FEAD5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2FB06-AA65-B0EB-CE00-2059F093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1F4C2-389D-61A7-1378-351832BCC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3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3F78-FB17-9167-D2A6-CC18E184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47347-1393-B422-9C28-5E9C85513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BF821-785D-6F3C-D826-A9E5A825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5A491-41E1-7DA4-D842-F713337F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B17D3-38DC-1A1A-993E-2A8C2BC0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6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78D5A4-90AE-C3D7-EEE2-2C31D6455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32931-FEC4-261D-3C42-3981108A8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D7273-C3D9-CF91-B763-976B9A9A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591E7-DACE-917D-85FC-2F2A4B1A9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2B495-8D22-C15F-307F-73FE2F00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12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D4C6CB-753C-D9E7-23F2-C4B5E7CA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E9EF4-6A9F-F424-EDCB-D318FCFE8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C6D14-C3C0-0DCE-CC00-FF6456F12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1E30F-3AF4-4BB1-9FE9-A3FD690E8BE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79A93-1AD4-975F-54BC-2E4D26DAF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77D6E-AB96-FD1E-B28E-30F9951D7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CDDFE-58DA-4A49-BEEF-49623B312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6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EE0B6E2-7CE8-4D86-87FC-4B58A7D8E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7A67F-9A65-3855-4426-526AC9FB6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420"/>
          <a:stretch>
            <a:fillRect/>
          </a:stretch>
        </p:blipFill>
        <p:spPr>
          <a:xfrm>
            <a:off x="577637" y="424330"/>
            <a:ext cx="11036726" cy="5869478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E6E19A-D9DF-3D38-9185-BF56DECEBDD0}"/>
              </a:ext>
            </a:extLst>
          </p:cNvPr>
          <p:cNvSpPr/>
          <p:nvPr/>
        </p:nvSpPr>
        <p:spPr>
          <a:xfrm>
            <a:off x="3103320" y="1633804"/>
            <a:ext cx="1686394" cy="212414"/>
          </a:xfrm>
          <a:prstGeom prst="roundRect">
            <a:avLst/>
          </a:prstGeom>
          <a:solidFill>
            <a:srgbClr val="E1F4FB"/>
          </a:solidFill>
          <a:ln>
            <a:solidFill>
              <a:srgbClr val="496D8B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rgbClr val="0D1014"/>
                </a:solidFill>
              </a:rPr>
              <a:t>Intermediario</a:t>
            </a:r>
            <a:endParaRPr lang="en-US" sz="1100" b="1" dirty="0">
              <a:solidFill>
                <a:srgbClr val="0D10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548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A4E56B0F-99DC-FBB7-6D01-EF9F15802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4929" y="147078"/>
            <a:ext cx="10222141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9EC4FC-6D31-F14F-88DC-2824F7E42D85}"/>
              </a:ext>
            </a:extLst>
          </p:cNvPr>
          <p:cNvSpPr/>
          <p:nvPr/>
        </p:nvSpPr>
        <p:spPr>
          <a:xfrm>
            <a:off x="2302525" y="1453598"/>
            <a:ext cx="1015441" cy="694062"/>
          </a:xfrm>
          <a:prstGeom prst="roundRect">
            <a:avLst/>
          </a:prstGeom>
          <a:solidFill>
            <a:srgbClr val="FBD5D4"/>
          </a:solidFill>
          <a:ln>
            <a:solidFill>
              <a:srgbClr val="99525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Api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2A494A-EA18-1CFC-9977-2D0EC79FBFA1}"/>
              </a:ext>
            </a:extLst>
          </p:cNvPr>
          <p:cNvSpPr/>
          <p:nvPr/>
        </p:nvSpPr>
        <p:spPr>
          <a:xfrm>
            <a:off x="4572000" y="1453598"/>
            <a:ext cx="1197429" cy="828048"/>
          </a:xfrm>
          <a:prstGeom prst="roundRect">
            <a:avLst/>
          </a:prstGeom>
          <a:solidFill>
            <a:srgbClr val="FBD5D4"/>
          </a:solidFill>
          <a:ln>
            <a:solidFill>
              <a:srgbClr val="99525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Email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pdf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 err="1">
                <a:solidFill>
                  <a:schemeClr val="tx1"/>
                </a:solidFill>
              </a:rPr>
              <a:t>calcolo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ED152B-CB88-FC39-9F88-EC3628AC7118}"/>
              </a:ext>
            </a:extLst>
          </p:cNvPr>
          <p:cNvSpPr/>
          <p:nvPr/>
        </p:nvSpPr>
        <p:spPr>
          <a:xfrm>
            <a:off x="9889475" y="1764431"/>
            <a:ext cx="1022365" cy="456255"/>
          </a:xfrm>
          <a:prstGeom prst="roundRect">
            <a:avLst/>
          </a:prstGeom>
          <a:solidFill>
            <a:srgbClr val="D8EBFA"/>
          </a:solidFill>
          <a:ln>
            <a:solidFill>
              <a:srgbClr val="496D8B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Consumer/Worker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1A57C4-D3D0-D3EE-992A-3B367DAC127F}"/>
              </a:ext>
            </a:extLst>
          </p:cNvPr>
          <p:cNvSpPr/>
          <p:nvPr/>
        </p:nvSpPr>
        <p:spPr>
          <a:xfrm>
            <a:off x="7318269" y="1764431"/>
            <a:ext cx="1022365" cy="456255"/>
          </a:xfrm>
          <a:prstGeom prst="roundRect">
            <a:avLst/>
          </a:prstGeom>
          <a:solidFill>
            <a:srgbClr val="D8EBFA"/>
          </a:solidFill>
          <a:ln>
            <a:solidFill>
              <a:srgbClr val="496D8B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Producer/</a:t>
            </a:r>
            <a:br>
              <a:rPr lang="en-US" sz="1100" b="1" dirty="0">
                <a:solidFill>
                  <a:schemeClr val="tx1"/>
                </a:solidFill>
              </a:rPr>
            </a:br>
            <a:r>
              <a:rPr lang="en-US" sz="1100" b="1" dirty="0" err="1">
                <a:solidFill>
                  <a:schemeClr val="tx1"/>
                </a:solidFill>
              </a:rPr>
              <a:t>Cliente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906E2A-ED9B-A982-0A23-FE545837AE89}"/>
              </a:ext>
            </a:extLst>
          </p:cNvPr>
          <p:cNvSpPr/>
          <p:nvPr/>
        </p:nvSpPr>
        <p:spPr>
          <a:xfrm>
            <a:off x="6185708" y="5792146"/>
            <a:ext cx="4917722" cy="486734"/>
          </a:xfrm>
          <a:prstGeom prst="roundRect">
            <a:avLst>
              <a:gd name="adj" fmla="val 31937"/>
            </a:avLst>
          </a:prstGeom>
          <a:solidFill>
            <a:srgbClr val="D8EBFA"/>
          </a:solidFill>
          <a:ln>
            <a:solidFill>
              <a:srgbClr val="496D8B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Fire and forget</a:t>
            </a:r>
          </a:p>
        </p:txBody>
      </p:sp>
    </p:spTree>
    <p:extLst>
      <p:ext uri="{BB962C8B-B14F-4D97-AF65-F5344CB8AC3E}">
        <p14:creationId xmlns:p14="http://schemas.microsoft.com/office/powerpoint/2010/main" val="189082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08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B4335E-B1BA-E1CD-711E-88D8FCEF5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"/>
          <a:stretch>
            <a:fillRect/>
          </a:stretch>
        </p:blipFill>
        <p:spPr bwMode="auto">
          <a:xfrm>
            <a:off x="196850" y="173518"/>
            <a:ext cx="11798300" cy="651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170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A2CE40B-B0A1-90B3-0BC6-94EB2141A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31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BE2B5AC-CD99-0851-43EF-BE1994DAF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" r="1" b="1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35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Rectangle 615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527F347-6CBC-B5D5-6FA7-671CD0070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" r="1236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30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17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Potosi</dc:creator>
  <cp:lastModifiedBy>Brian Potosi</cp:lastModifiedBy>
  <cp:revision>1</cp:revision>
  <dcterms:created xsi:type="dcterms:W3CDTF">2025-12-14T17:53:21Z</dcterms:created>
  <dcterms:modified xsi:type="dcterms:W3CDTF">2025-12-14T20:56:50Z</dcterms:modified>
</cp:coreProperties>
</file>